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59" r:id="rId5"/>
    <p:sldId id="265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56"/>
    <a:srgbClr val="E50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47"/>
  </p:normalViewPr>
  <p:slideViewPr>
    <p:cSldViewPr snapToGrid="0" snapToObjects="1" showGuides="1"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16261007-D337-4A97-AF82-811F77BE9512}" type="datetimeFigureOut">
              <a:rPr lang="nl-NL" smtClean="0"/>
              <a:pPr/>
              <a:t>2-3-2026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5EB975E7-4466-4875-9780-79F85FC725BE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99890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401D1CB6-6B35-4216-835D-4B6D7DC10AA2}"/>
              </a:ext>
            </a:extLst>
          </p:cNvPr>
          <p:cNvSpPr/>
          <p:nvPr userDrawn="1"/>
        </p:nvSpPr>
        <p:spPr>
          <a:xfrm>
            <a:off x="9227489" y="5111778"/>
            <a:ext cx="2119048" cy="17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570D387-A9DA-4389-8749-9601C83ADF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589" y="5111779"/>
            <a:ext cx="2387821" cy="1836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769774B-F83A-5389-0CE0-446408499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232" y="2214000"/>
            <a:ext cx="10460567" cy="2808000"/>
          </a:xfrm>
        </p:spPr>
        <p:txBody>
          <a:bodyPr tIns="72000" anchor="t">
            <a:normAutofit/>
          </a:bodyPr>
          <a:lstStyle>
            <a:lvl1pPr>
              <a:lnSpc>
                <a:spcPts val="5200"/>
              </a:lnSpc>
              <a:defRPr sz="62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4" name="Tijdelijke aanduiding voor tekst 4">
            <a:extLst>
              <a:ext uri="{FF2B5EF4-FFF2-40B4-BE49-F238E27FC236}">
                <a16:creationId xmlns:a16="http://schemas.microsoft.com/office/drawing/2014/main" id="{43D6CBE0-A4AA-B4D9-967A-23073B1CDB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34" y="5095875"/>
            <a:ext cx="8326800" cy="1009650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VOORBEELD VAN EEN ONDERTITEL</a:t>
            </a:r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2EBE6325-786D-00A4-C84F-A8948AB45F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3763" y="1196975"/>
            <a:ext cx="10458450" cy="588963"/>
          </a:xfrm>
        </p:spPr>
        <p:txBody>
          <a:bodyPr anchor="b">
            <a:normAutofit/>
          </a:bodyPr>
          <a:lstStyle>
            <a:lvl1pPr marL="0" indent="0">
              <a:lnSpc>
                <a:spcPts val="1500"/>
              </a:lnSpc>
              <a:buNone/>
              <a:defRPr sz="1800" cap="all" baseline="0">
                <a:solidFill>
                  <a:schemeClr val="tx2"/>
                </a:solidFill>
                <a:latin typeface="+mj-lt"/>
              </a:defRPr>
            </a:lvl1pPr>
            <a:lvl2pPr marL="180000" indent="0">
              <a:buNone/>
              <a:defRPr>
                <a:solidFill>
                  <a:schemeClr val="tx2"/>
                </a:solidFill>
              </a:defRPr>
            </a:lvl2pPr>
            <a:lvl3pPr marL="360000" indent="0">
              <a:buNone/>
              <a:defRPr>
                <a:solidFill>
                  <a:schemeClr val="tx2"/>
                </a:solidFill>
              </a:defRPr>
            </a:lvl3pPr>
            <a:lvl4pPr marL="540000" indent="0">
              <a:buNone/>
              <a:defRPr>
                <a:solidFill>
                  <a:schemeClr val="tx2"/>
                </a:solidFill>
              </a:defRPr>
            </a:lvl4pPr>
            <a:lvl5pPr marL="7200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NAAM OPLEIDING/FACULTEIT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105156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B98C57B-182B-4B1A-8517-6B7CDA9A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172B17-8AD4-26A7-6FA3-2ED9E49C9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838200" y="1925638"/>
            <a:ext cx="52578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D7D2143-8A99-4F87-AD10-03EFEAAB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994DE5A-C2D7-258A-A0FC-F5B5AED62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3203" y="1917701"/>
            <a:ext cx="4800600" cy="4248000"/>
          </a:xfrm>
        </p:spPr>
        <p:txBody>
          <a:bodyPr>
            <a:normAutofit/>
          </a:bodyPr>
          <a:lstStyle>
            <a:lvl1pPr marL="0" indent="0">
              <a:buNone/>
              <a:defRPr sz="1275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Tijdelijke aanduiding voor tekst 2"/>
          <p:cNvSpPr>
            <a:spLocks noGrp="1"/>
          </p:cNvSpPr>
          <p:nvPr>
            <p:ph type="body" sz="quarter" idx="12"/>
          </p:nvPr>
        </p:nvSpPr>
        <p:spPr>
          <a:xfrm>
            <a:off x="838200" y="1926000"/>
            <a:ext cx="5257800" cy="4248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02897271-9D30-452B-AAF1-F0E2E56341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1012E8-1AC2-CEB2-B751-E25CDCB3A6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500" b="1" baseline="0">
                <a:latin typeface="+mn-lt"/>
                <a:ea typeface="Roboto Condensed SemiBold" panose="02000000000000000000" pitchFamily="2" charset="0"/>
              </a:defRPr>
            </a:lvl1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1778435"/>
            <a:ext cx="4800600" cy="413103"/>
          </a:xfrm>
        </p:spPr>
        <p:txBody>
          <a:bodyPr anchor="ctr">
            <a:noAutofit/>
          </a:bodyPr>
          <a:lstStyle>
            <a:lvl1pPr marL="0" indent="0">
              <a:buNone/>
              <a:defRPr sz="2500" b="1">
                <a:latin typeface="+mn-lt"/>
                <a:ea typeface="Roboto Condensed SemiBold" panose="02000000000000000000" pitchFamily="2" charset="0"/>
              </a:defRPr>
            </a:lvl1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en-GB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8"/>
          </p:nvPr>
        </p:nvSpPr>
        <p:spPr>
          <a:xfrm>
            <a:off x="838200" y="2286000"/>
            <a:ext cx="4800600" cy="3905250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6553200" y="2286000"/>
            <a:ext cx="4800600" cy="3905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lang="nl-NL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lang="nl-NL" dirty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5BC47CD-32CA-4434-A931-60298C186A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A87FF08-62BD-7B59-1B53-E0597E4EF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ONDERWERP / titel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3149600" y="733425"/>
            <a:ext cx="58928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0216" y="5429602"/>
            <a:ext cx="4910667" cy="493713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cap="all" baseline="0">
                <a:solidFill>
                  <a:schemeClr val="bg1"/>
                </a:solidFill>
                <a:latin typeface="+mj-lt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pic>
        <p:nvPicPr>
          <p:cNvPr id="6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4574" y="601590"/>
            <a:ext cx="355939" cy="297299"/>
          </a:xfrm>
          <a:prstGeom prst="rect">
            <a:avLst/>
          </a:prstGeom>
        </p:spPr>
      </p:pic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04E24CA-A573-4CEE-A581-99C9D72CAA2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6179686-86BA-8BF8-83CB-99A461D05C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0216" y="1722120"/>
            <a:ext cx="4911568" cy="3514726"/>
          </a:xfrm>
        </p:spPr>
        <p:txBody>
          <a:bodyPr anchor="t">
            <a:normAutofit/>
          </a:bodyPr>
          <a:lstStyle>
            <a:lvl1pPr>
              <a:lnSpc>
                <a:spcPts val="24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687" y="6227764"/>
            <a:ext cx="1359194" cy="588915"/>
          </a:xfrm>
          <a:prstGeom prst="rect">
            <a:avLst/>
          </a:prstGeom>
        </p:spPr>
      </p:pic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AD4D3619-56D9-4271-9849-15E3BE063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42598"/>
            <a:ext cx="11074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ACE7509-F60A-4509-9491-CD4ED7B54EDD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ijdelijke aanduiding voor titel 1">
            <a:extLst>
              <a:ext uri="{FF2B5EF4-FFF2-40B4-BE49-F238E27FC236}">
                <a16:creationId xmlns:a16="http://schemas.microsoft.com/office/drawing/2014/main" id="{D52231E0-D1FD-C94B-B7B4-2D459BE8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514337" rtl="0" eaLnBrk="1" latinLnBrk="0" hangingPunct="1">
        <a:lnSpc>
          <a:spcPts val="2600"/>
        </a:lnSpc>
        <a:spcBef>
          <a:spcPct val="0"/>
        </a:spcBef>
        <a:buNone/>
        <a:defRPr lang="nl-NL" sz="3200" b="1" kern="1200" cap="all" baseline="0" dirty="0">
          <a:solidFill>
            <a:schemeClr val="tx2"/>
          </a:solidFill>
          <a:latin typeface="Roboto Condensed SemiBold" panose="02000000000000000000" pitchFamily="2" charset="0"/>
          <a:ea typeface="Roboto Condensed SemiBold" panose="02000000000000000000" pitchFamily="2" charset="0"/>
          <a:cs typeface="Arial" panose="020B0604020202020204" pitchFamily="34" charset="0"/>
          <a:sym typeface="Avenir Next Condensed Demi Bold"/>
        </a:defRPr>
      </a:lvl1pPr>
    </p:titleStyle>
    <p:bodyStyle>
      <a:lvl1pPr marL="18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1pPr>
      <a:lvl2pPr marL="36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­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2pPr>
      <a:lvl3pPr marL="54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3pPr>
      <a:lvl4pPr marL="72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nl-NL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4pPr>
      <a:lvl5pPr marL="900000" indent="-180000" algn="l" defTabSz="514337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lang="en-GB" sz="2000" kern="1200" dirty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209DA-FB4D-9FDC-BDAA-15F103A8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3528271-5C9E-75B9-D312-B5C3529C0C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82B343C-4AF3-5F22-B57B-AAED7B60C8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3293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FA2371C7-37F2-B606-1006-BEA1B3F2C6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72A916A-6A26-4385-ABCA-6A37499E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42598"/>
            <a:ext cx="1107478" cy="365125"/>
          </a:xfrm>
        </p:spPr>
        <p:txBody>
          <a:bodyPr/>
          <a:lstStyle/>
          <a:p>
            <a:fld id="{FACE7509-F60A-4509-9491-CD4ED7B54EDD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729E911-10DA-C203-A0DE-AB4C1493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973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ABC4A34-3FFC-34F8-2C21-ABD2C63E16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4B17E86-1BC5-446B-9365-06910263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42598"/>
            <a:ext cx="1107478" cy="365125"/>
          </a:xfrm>
        </p:spPr>
        <p:txBody>
          <a:bodyPr/>
          <a:lstStyle/>
          <a:p>
            <a:fld id="{FACE7509-F60A-4509-9491-CD4ED7B54EDD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CB6CADD-C770-6080-C6AF-3C9FE7F3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52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08EE41AD-8842-1750-41FD-B8D3CDF3BF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80A9129-0176-09A2-B41E-BFF871ADD3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EC4C47F1-0A0E-4052-BF1C-6275ABF53E8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200" y="6342598"/>
            <a:ext cx="1107478" cy="365125"/>
          </a:xfrm>
        </p:spPr>
        <p:txBody>
          <a:bodyPr/>
          <a:lstStyle/>
          <a:p>
            <a:fld id="{FACE7509-F60A-4509-9491-CD4ED7B54EDD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CB4BA86-0183-8EBA-8242-AFADCDD5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8997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FCCC997-BA16-BC57-6E90-00BFB54D2F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A7FE1B1C-01B6-9201-901C-808E10E617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27F1F8B0-DA2C-FC61-CBC5-B57F97B5DE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AF4B1FC3-5590-07FD-A5F2-78C4B61475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E308E7F-728B-41B9-A4C5-CEEB00C01D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38200" y="6342598"/>
            <a:ext cx="1107478" cy="365125"/>
          </a:xfrm>
        </p:spPr>
        <p:txBody>
          <a:bodyPr/>
          <a:lstStyle/>
          <a:p>
            <a:fld id="{FACE7509-F60A-4509-9491-CD4ED7B54EDD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DCD94C0-0697-DBF2-C6C8-62BA7BD6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451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FDEBBD3F-A3EA-1208-1C2B-B91DE1E92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AA62024-89D6-48C4-9915-ACAC31BDB60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200" y="6342598"/>
            <a:ext cx="1107478" cy="365125"/>
          </a:xfrm>
        </p:spPr>
        <p:txBody>
          <a:bodyPr/>
          <a:lstStyle/>
          <a:p>
            <a:fld id="{FACE7509-F60A-4509-9491-CD4ED7B54EDD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D76D9D4-28B5-68B2-C384-F2E4F9A1B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6879731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HAN">
      <a:dk1>
        <a:sysClr val="windowText" lastClr="000000"/>
      </a:dk1>
      <a:lt1>
        <a:sysClr val="window" lastClr="FFFFFF"/>
      </a:lt1>
      <a:dk2>
        <a:srgbClr val="E50056"/>
      </a:dk2>
      <a:lt2>
        <a:srgbClr val="F8F8F8"/>
      </a:lt2>
      <a:accent1>
        <a:srgbClr val="000000"/>
      </a:accent1>
      <a:accent2>
        <a:srgbClr val="454545"/>
      </a:accent2>
      <a:accent3>
        <a:srgbClr val="757575"/>
      </a:accent3>
      <a:accent4>
        <a:srgbClr val="919191"/>
      </a:accent4>
      <a:accent5>
        <a:srgbClr val="E3E3E3"/>
      </a:accent5>
      <a:accent6>
        <a:srgbClr val="F8F8F8"/>
      </a:accent6>
      <a:hlink>
        <a:srgbClr val="000000"/>
      </a:hlink>
      <a:folHlink>
        <a:srgbClr val="000000"/>
      </a:folHlink>
    </a:clrScheme>
    <a:fontScheme name="HAN!">
      <a:majorFont>
        <a:latin typeface="Roboto Condensed SemiBold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N_PowerPoint_breed_wit_v2.1" id="{92CBC7AB-8886-3343-9313-0014277669FC}" vid="{B1563569-891F-4F48-AD92-8F3B6ACDC690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457A4D2E51B14F88D470F52782FA7D" ma:contentTypeVersion="4" ma:contentTypeDescription="Create a new document." ma:contentTypeScope="" ma:versionID="ce885d763a3f7853ef49b3b9ea0f293f">
  <xsd:schema xmlns:xsd="http://www.w3.org/2001/XMLSchema" xmlns:xs="http://www.w3.org/2001/XMLSchema" xmlns:p="http://schemas.microsoft.com/office/2006/metadata/properties" xmlns:ns2="ee6fde1a-ebe4-44e6-8d92-34070855aeaf" targetNamespace="http://schemas.microsoft.com/office/2006/metadata/properties" ma:root="true" ma:fieldsID="c4b62f03d1641294a13c71ea34b76386" ns2:_="">
    <xsd:import namespace="ee6fde1a-ebe4-44e6-8d92-34070855ae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6fde1a-ebe4-44e6-8d92-34070855a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3FAB99-B7CD-40C9-92E7-B78F7B5FC6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871D5FA-9632-4EA8-A2CC-02B86B29C0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A66CAF-27E5-4E71-A9FF-55375C38E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6fde1a-ebe4-44e6-8d92-34070855a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Wit_breed 25.1</Template>
  <TotalTime>0</TotalTime>
  <Words>5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</vt:lpstr>
      <vt:lpstr>Roboto Condensed SemiBold</vt:lpstr>
      <vt:lpstr>Presentatie_Smal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Guus Witjes</dc:creator>
  <cp:lastModifiedBy>Guus Witjes</cp:lastModifiedBy>
  <cp:revision>1</cp:revision>
  <dcterms:created xsi:type="dcterms:W3CDTF">2026-03-02T09:22:33Z</dcterms:created>
  <dcterms:modified xsi:type="dcterms:W3CDTF">2026-03-02T09:23:16Z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0x0101001A457A4D2E51B14F88D470F52782FA7D</vt:lpwstr>
  </property>
</Properties>
</file>